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02920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0"/>
            <a:ext cx="71624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拾光学子成长管理平台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Microsoft YaHei"/>
              </a:defRPr>
            </a:pPr>
            <a:r>
              <a:t>Wolin Students Education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智能数据分析 · 高效校园管理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Microsoft YaHei"/>
              </a:defRPr>
            </a:pPr>
            <a:r>
              <a:t>基于 FastAPI + Vue3 + MySQL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核心技术亮点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7432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✦ AI 三件套：NL2SQL 自然语言查询 + RAG 知识库 + 智能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246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✦ 多模型智能路由：Kimi / DeepSeek / Qwen / GPT-4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✦ 双引擎向量数据库：ChromaDB + Milvus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251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✦ 6 种 AI 角色：林黛玉 / 学业卓友 / 心理咨询师 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754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✦ 分层架构 + JWT 认证 + 三级角色权限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Microsoft YaHei"/>
              </a:defRPr>
            </a:pPr>
            <a:r>
              <a:t>毕业设计答辩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🎯 项目背景与目标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面向教育机构的综合学生信息管理系统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覆盖学生档案、班级、教师、考试、就业全流程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集成 AI 智能模块，实现自然语言交互式数据查询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目标：让教务管理更高效、更智能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支持 Admin / Teacher / Student 三级角色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⚙️ 技术栈一览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后端框架：FastAPI 0.135 (Python 异步)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前端：Vue 3 + Element Plus (SPA)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数据库：MySQL + SQLAlchemy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向量数据库：ChromaDB (开发) / Milvus (生产)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AI 框架：LangChain + 多模型路由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17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大模型：Kimi / DeepSeek / Qwen / GPT-4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12 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438912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572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8 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核心数据表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38912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572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13 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服务模块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572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11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API 控制器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38912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572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231 KB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前端代码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38912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4572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4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大模型接入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28600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45920" y="224028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Vue 3 SPA + Element Plus + ECharts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647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模块化 JS：api-config / data-service / ai-service / chart-service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2286000" cy="868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路由层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645920" y="329184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560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FastAPI Web 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1635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12 个路由模块 | CORS 中间件 | 请求日志拦截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228600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业务逻辑层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645920" y="434340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6118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13 个 Service 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86791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Student / Class / Teacher / Exam / Employment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12394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Statistics / Auth / Email / Homework / Agent / RAG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79"/>
            <a:ext cx="228600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645920" y="5394959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663439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Model (SQLAlchemy ORM) + Schemas (Pydantic)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919471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8 张业务表 + 统一响应格式 {code, message, data}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77840"/>
            <a:ext cx="2286000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7150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MySQL (关系数据) + ChromaDB/Milvus (向量数据)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971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JWT Token 认证 | 环境变量配置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核心业务模块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CORE BUSINESS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📋 学生管理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CRUD 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按姓名/班级筛选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逻辑删除设计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📋 班级管理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班级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班主任关联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逻辑删除与恢复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4747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📋 教师管理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多角色管理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班主任/讲师/顾问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权限分级控制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34747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📋 考试管理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成绩录入/修改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分页查询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成绩维护与统计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02336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023360"/>
            <a:ext cx="34747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📋 就业管理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就业信息跟踪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公司/薪资记录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Offer 时间管理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02336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02336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📋 统计分析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数据看板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年龄/性别统计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班级排名/不及格名单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 模块一：NL2SQL 自然语言查询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NATURAL LANGUAGE TO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011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用户输入</a:t>
            </a:r>
            <a:br/>
            <a:r>
              <a:t>自然语言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1783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011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意图识别</a:t>
            </a:r>
            <a:br/>
            <a:r>
              <a:t>+ 表结构检索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1783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463040"/>
            <a:ext cx="2011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LLM 生成</a:t>
            </a:r>
            <a:br/>
            <a:r>
              <a:t>SQL 语句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80" y="1783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1463040"/>
            <a:ext cx="201168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安全校验</a:t>
            </a:r>
            <a:br/>
            <a:r>
              <a:t>+ 执行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26880" y="1783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0" y="1463040"/>
            <a:ext cx="2011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结果格式化</a:t>
            </a:r>
            <a:br/>
            <a:r>
              <a:t>返回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54864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5486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💡 技术实现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模型路由：Kimi (Moonshot) 模型驱动 SQL 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表结构检索：基于 DB Schema 向量化匹配相关表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安全设计：仅允许 SELECT 查询，禁止 DML 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上下文记忆：支持多轮对话，保持查询上下文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会话管理：基于 Session ID 的对话历史持久化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防止幻觉：精确提供表名、字段名、外键关系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26080"/>
            <a:ext cx="53035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9260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💬 查询示例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问："三班有哪些学生？"          → 自动查询三班学生列表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问："谁的成绩最高？"            → 排名查询 + 表格展示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问："就业率是多少？"            → 统计计算 + 数值展示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114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问："张三的考试成绩"            → 条件过滤 + 详情展示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问："平均年龄最大的班级"        → 聚合查询 + 排序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 模块二：RAG 知识库 &amp; 智能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RAG &amp; INTELLIGENT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📚 RAG 知识库问答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文档上传：支持 TXT / PDF / DOCX 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文本切分：滑动窗口切分 + 重叠策略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向量化：BGE-M3 嵌入模型 (HuggingFace)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存储：ChromaDB (开发) / Milvus (生产) 双引擎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检索：语义相似度匹配 + Top-K 召回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问答：流式 SSE 输出，实现打字机效果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3035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🤖 智能 Agent 助手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多模型路由：9 种意图识别 → 4 个模型分配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Tool Calling：天气查询 / 时间查询 / 代码执行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角色扮演：林黛玉 / 学业卓友 / 心理咨询师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流式输出：逐字回复 + 中间状态通知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记忆系统：AgentMemory 表持久化对话历史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AI 角色扮演系统 (6 种预设角色)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3474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🎭 林黛玉 (lindaidai)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诗意回答、飞花令、文学气质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663440"/>
            <a:ext cx="3474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🎭 学业卓友 (xueshuzhuoyou)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文学导师、作文点评、学习辅导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63440"/>
            <a:ext cx="3474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🎭 心理咨询师(学生) (psychology_student)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CBT技术、正念疗法、情绪疏导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69279"/>
            <a:ext cx="3474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7149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🎭 心理咨询师(教师) (psychology_teacher)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080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教育心理、学生辅导策略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669279"/>
            <a:ext cx="3474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7149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🎭 通用助手 (default)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6080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问答、代码生成、数据查询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5669279"/>
            <a:ext cx="34747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57149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🎭 RAG 专家 (rag)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6080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基于知识库的专业问答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2860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表名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71323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8988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4767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874519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9476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教师信息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874519"/>
            <a:ext cx="7132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47671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teacher_id, teacher_name, gender, phone,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423160"/>
            <a:ext cx="2286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96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423160"/>
            <a:ext cx="201168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496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班级信息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423160"/>
            <a:ext cx="713232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49631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class_id, class_name, head_teacher_id(FK), start_time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71800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4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stu_basic_info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2971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044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学生基本信息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2971800"/>
            <a:ext cx="7132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04495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stu_id(PK), stu_name, age, gender, class_id(FK), advisor_id(FK)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20439"/>
            <a:ext cx="2286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9359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stu_exam_record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3520439"/>
            <a:ext cx="201168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5935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考试记录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520439"/>
            <a:ext cx="713232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593591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id(PK), stu_id(FK), seq_no, grade, exam_date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069079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422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employment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069079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41422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就业信息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4069079"/>
            <a:ext cx="7132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4142231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emp_id(PK), stu_id(FK), company, salary, offer_time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617720"/>
            <a:ext cx="2286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690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user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4617720"/>
            <a:ext cx="201168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4690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用户认证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4617720"/>
            <a:ext cx="713232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469087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id(PK), username, password_hash, role(admin/teacher/student)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66359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23951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conversation_memory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5166359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523951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对话记忆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0" y="5166359"/>
            <a:ext cx="7132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5239511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id, session_id, turn, question, sql, result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715000"/>
            <a:ext cx="2286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788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agent_memory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0" y="5715000"/>
            <a:ext cx="201168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5788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Agent 记忆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54880" y="5715000"/>
            <a:ext cx="713232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578815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id, user_id, session_id, role, content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设计要点：逻辑删除 (is_deleted) | 外键关联 (class_id/advisor_id/stu_id) | 会话记忆表支持 AI 上下文 | JWT Token 关联 user 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安全设计 &amp; 工程化实践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SECURITY &amp;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🔒 安全设计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🔐 JWT 认证：基于 python-jose + passlib 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👤 三级权限：Admin &gt; Teacher &gt;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🛡️ SQL 注入防护：仅允许 SELECT，禁止 DML/DDL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🔍 输入校验：Pydantic 模型校验 + 正则验证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📝 日志脱敏：敏感信息（密码/Token）自动脱敏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❌ 异常隔离：全局异常处理器，隐藏内部错误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📧 邮件校验：邮箱格式 + 收件人白名单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🔑 密码强度：最小长度 + 复杂度要求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🏗️ 工程化实践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📦 分层架构：Controller → Service →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📋 统一响应：{code: 200, message: '', data: {}}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📊 全链路日志：方法/路径/耗时/状态码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🧪 单元测试：Pytest + conftest 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📝 API 文档：FastAPI 自动生成 Swagger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17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⚙️ 配置分离：.env 环境变量 + Pydantic Settings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🔄 异步优先：AsyncSession + 异步请求处理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📁 模块化前端：JS 按功能拆分 5 个文件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技术难点与解决方案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NL2SQL 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问题：自然语言→SQL 易产生幻觉，表名/字段出错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25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方案：DB Schema 向量化 + 精确字段映射 + SQL 安全校验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多模型路由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40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问题：不同任务适合不同模型，需智能分配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方案：意图分类器 → 9 种意图匹配 → 4 个模型分派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向量数据库选型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54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问题：开发与生产环境需求不同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54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方案：双引擎设计 (ChromaDB 本地 + Milvus 分布式)，统一抽象接口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流式输出体验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069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问题：AI 生成慢，用户等待焦虑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069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方案：SSE 流式响应 + 逐字渲染 + 中间状态通知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大文件向量化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983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问题：长文档直接向量化效果差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983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方案：滑动窗口切分 + 字符重叠 + 按分类索引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521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前端状态管理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897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问题：231KB 单文件 SPA 复杂度高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897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方案：Vue 3 Composition API + 模块化 JS 拆分 + reactive/ref 统一管理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94360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完整的学生信息管理系统，覆盖 6 大业务模块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AI 三件套：NL2SQL + RAG 知识库 + 智能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多模型智能路由，适配不同任务场景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6 种 AI 角色扮演，增强用户体验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分层架构设计，具有良好的可扩展性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完善的安全机制：JWT + 权限 + SQL 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工程化实践：日志/测试/配置/文档齐全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Microsoft YaHei"/>
              </a:defRPr>
            </a:pPr>
            <a:r>
              <a:t>技术栈：Python + FastAPI + Vue3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Microsoft YaHei"/>
              </a:defRPr>
            </a:pPr>
            <a:r>
              <a:t>AI 生态：LangChain + Kimi/DeepSeek/Qwen + Milvus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🚀 接入更多大模型 (Claude / Gemini 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📱 移动端适配 (小程序 / PWA)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📊 数据可视化增强 (更多图表类型)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🔗 对接学校现有系统 (OA / 教务)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🤖 Agent 能力增强 (更多 Tool / 插件)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17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🎓 学习路径推荐 (基于 AI 个性化)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📈 数据分析 + 预测 (成绩趋势预测)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YaHei"/>
              </a:defRPr>
            </a:pPr>
            <a:r>
              <a:t>感谢各位老师的聆听与指导！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